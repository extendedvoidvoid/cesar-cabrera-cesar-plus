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920240"/>
            <a:ext cx="1005840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0574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CraftCut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D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César+ Start-up — Presse verticale souveraine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 · Station F ·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Résumé exécutif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Patrimoine, mode et artisanat → essais vidéo 9:16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Presse Gutenberg de l'ère verticale. »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846320" y="178308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CraftCut compile variables culturelles, artistiques et historiques en essais vidéo verticaux haute fidélité.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Pochettes animées, haute couture, plans d'architecte, geste des Ouvriers de France.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Centaines de chaînes thématiques ciblées — qualité broadcast, souveraineté totale.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problème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dilution du prestige par le « AI slop 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64008" cy="2286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933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Spam algorithmique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Vidéos IA génériques, répétitives, basse fidélité — les plateformes les suppriment.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828800"/>
            <a:ext cx="64008" cy="2286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84448" y="19933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Patrimoine invisible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84448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L'artisanat français et le geste noble des Ouvriers restent hors du format mobile.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828800"/>
            <a:ext cx="64008" cy="2286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19933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Scalabilité impossible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27648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maisons de luxe ne peuvent pas produire 350 variantes localisées par jour.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solution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propriétaire CraftCut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8046720" cy="2468880"/>
          </a:xfrm>
          <a:prstGeom prst="rect">
            <a:avLst/>
          </a:prstGeom>
          <a:solidFill>
            <a:srgbClr val="E7E8D1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0312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 d'impression vidéo verticale autonome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→ Localisation → Typographie → Compilation HEVC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campagnes/jour × 7 langues = 350 vidéos finalisées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Canal+ : typographie suisse, zones de sécurité, grain organique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949440" y="1965960"/>
            <a:ext cx="1417320" cy="2834640"/>
          </a:xfrm>
          <a:prstGeom prst="rect">
            <a:avLst>
              <a:gd name="adj" fmla="val 7742"/>
            </a:avLst>
          </a:prstGeom>
          <a:solidFill>
            <a:srgbClr val="1A1A19"/>
          </a:solidFill>
          <a:ln w="12700">
            <a:solidFill>
              <a:srgbClr val="1A1A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0" y="2130552"/>
            <a:ext cx="1234440" cy="2331720"/>
          </a:xfrm>
          <a:prstGeom prst="rect">
            <a:avLst/>
          </a:prstGeom>
          <a:solidFill>
            <a:srgbClr val="2A2A2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14032" y="2221992"/>
            <a:ext cx="56692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0" y="22311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9"/>
                </a:solidFill>
              </a:rPr>
              <a:t>CESAR+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de sourcing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automatique d'actifs motion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840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64008" cy="10972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933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Music &amp; Design Registers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2331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des pochettes animées et registres de design haute résolution.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3840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108960"/>
            <a:ext cx="64008" cy="10972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7355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Rejet des placeholders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36118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automatique des actifs statiques — uniquement du motion vérifié.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828800"/>
            <a:ext cx="39319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828800"/>
            <a:ext cx="64008" cy="237744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19933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Web Sourcing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56048" y="2331720"/>
            <a:ext cx="3611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15 000 tokens d'input par cycle — catalogues mode, archives artisanales, historiques.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de localisation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Bornage dynamique des mots — 7 langues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8046720" cy="2011680"/>
        </p:xfrm>
        <a:graphic>
          <a:graphicData uri="http://schemas.openxmlformats.org/drawingml/2006/table">
            <a:tbl>
              <a:tblPr/>
              <a:tblGrid>
                <a:gridCol w="3200400"/>
                <a:gridCol w="2286000"/>
                <a:gridCol w="2560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9"/>
                          </a:solidFill>
                        </a:rPr>
                        <a:t>Langue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9"/>
                          </a:solidFill>
                        </a:rPr>
                        <a:t>Limite mots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9"/>
                          </a:solidFill>
                        </a:rPr>
                        <a:t>Durée max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D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9"/>
                          </a:solidFill>
                        </a:rPr>
                        <a:t>FR / EN / ES / IT / PT / LV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9"/>
                          </a:solidFill>
                        </a:rPr>
                        <a:t>120 mots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9"/>
                          </a:solidFill>
                        </a:rPr>
                        <a:t>60 sec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9"/>
                          </a:solidFill>
                        </a:rPr>
                        <a:t>DE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9"/>
                          </a:solidFill>
                        </a:rPr>
                        <a:t>85 mots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9"/>
                          </a:solidFill>
                        </a:rPr>
                        <a:t>60 sec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9"/>
                          </a:solidFill>
                        </a:rPr>
                        <a:t>Consensus multi-agents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9"/>
                          </a:solidFill>
                        </a:rPr>
                        <a:t>12 000 tokens/output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9"/>
                          </a:solidFill>
                        </a:rPr>
                        <a:t>7 streams parallèles</a:t>
                      </a:r>
                      <a:endParaRPr lang="en-US" sz="1100" dirty="0"/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Synthétiseur typographique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ASS/SSA · Safe-zones · Signature CESAR+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64008" cy="2286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9339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Purification glyphes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2331720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smart-quotes, calage FontSize 54, MarginV 240.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0" y="1691640"/>
            <a:ext cx="1417320" cy="2834640"/>
          </a:xfrm>
          <a:prstGeom prst="rect">
            <a:avLst>
              <a:gd name="adj" fmla="val 7742"/>
            </a:avLst>
          </a:prstGeom>
          <a:solidFill>
            <a:srgbClr val="1A1A19"/>
          </a:solidFill>
          <a:ln w="12700">
            <a:solidFill>
              <a:srgbClr val="1A1A1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20640" y="1856232"/>
            <a:ext cx="1234440" cy="2331720"/>
          </a:xfrm>
          <a:prstGeom prst="rect">
            <a:avLst/>
          </a:prstGeom>
          <a:solidFill>
            <a:srgbClr val="2A2A2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93792" y="1947672"/>
            <a:ext cx="56692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195681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9"/>
                </a:solidFill>
              </a:rPr>
              <a:t>CESAR+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675120" y="19202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de sécurité mobiles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Watermark broadcast CESAR+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collision UI native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matérielle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· Zéro-coût · M3 Max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5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hevc_videotoolbox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Encodage HEVC matériel Apple Silicon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 local zéro-coût avant montée Cloud Run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hybride local-cloud souveraine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0" y="1828800"/>
            <a:ext cx="2743200" cy="2560320"/>
          </a:xfrm>
          <a:prstGeom prst="rect">
            <a:avLst/>
          </a:prstGeom>
          <a:solidFill>
            <a:srgbClr val="1A1A19"/>
          </a:solidFill>
          <a:ln w="12700">
            <a:solidFill>
              <a:srgbClr val="1A1A1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0" y="228600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M3 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GPU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HEVC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Scaling tokens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crédits cloud entreprise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64,3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de tokens / mois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cycles × 31 000 tokens × 30 jours  |  350 sorties localisées/jour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2468880" cy="2286000"/>
          </a:xfrm>
          <a:prstGeom prst="rect">
            <a:avLst/>
          </a:prstGeom>
          <a:solidFill>
            <a:srgbClr val="E7E8D1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21031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9"/>
                </a:solidFill>
              </a:rPr>
              <a:t>Cible crédits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9"/>
                </a:solidFill>
              </a:rPr>
              <a:t>$25k – $100k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9"/>
                </a:solidFill>
              </a:rPr>
              <a:t>via HAL Station 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Station F &amp; HEC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Candidature Fall/Winter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840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64008" cy="2286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933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Incubateur HEC Paris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23317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Patrimoine, design, luxe — alignement parfait avec Ouvriers de France.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1828800"/>
            <a:ext cx="64008" cy="2286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6048" y="19933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Founders Program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56048" y="233172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live, scalabilité 350 vidéos/jour, fondateur-architecte système.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Marché &amp; croissance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Opportunité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64008" cy="2286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933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Maisons de luxe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 la présence verticale sans diluer l'identité visuelle.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828800"/>
            <a:ext cx="64008" cy="2286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84448" y="19933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Institutions culturelles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84448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 l'artisanat régional en 7 langues.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828800"/>
            <a:ext cx="64008" cy="2286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19933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&amp; créateurs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27648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Pochettes animées → campagnes TikTok natives à haute rétention.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1005840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9659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CESAR / OSCAR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extendedvoidvoid.github.io/atelier-synesthesie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extendedvoid.prod+craftcut@gmail.com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32104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CraftCut — César+ Start-up</dc:title>
  <dc:subject>Station F Admission Pitch Deck</dc:subject>
  <dc:creator>César</dc:creator>
  <cp:lastModifiedBy>César</cp:lastModifiedBy>
  <cp:revision>1</cp:revision>
  <dcterms:created xsi:type="dcterms:W3CDTF">2026-07-05T20:16:00Z</dcterms:created>
  <dcterms:modified xsi:type="dcterms:W3CDTF">2026-07-05T20:16:00Z</dcterms:modified>
</cp:coreProperties>
</file>