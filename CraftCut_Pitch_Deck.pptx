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920240"/>
            <a:ext cx="100584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57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CraftCut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vidéo IA pour marques exigeantes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· Station F ·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Résumé exécutif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montage vidéo IA qui fonctionne enfin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Pour les marques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 cahier des charges élevé. 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846320" y="178308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du meilleur motion design — beat-sync, typographie suisse, grain organique.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total des sous-titres. Pipeline validé, prêt au déploiement cloud.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vidéos/jour · 64,3M tokens/mois.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blocages pour les marques exigeantes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64008" cy="2286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933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Cahier des charges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montage vidéo IA générique ne tient pas les standards motion design premium.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828800"/>
            <a:ext cx="64008" cy="2286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19933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quotidien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84448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le reportage hebdo et le flux social, aucune couche de vidéos qui développent les messages.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828800"/>
            <a:ext cx="64008" cy="2286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9933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Dilution des stats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7648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marques hésitent à publier en plusieurs langues sur leurs comptes officiels.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promesse créative tenue par l'IA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8046720" cy="2468880"/>
          </a:xfrm>
          <a:prstGeom prst="rect">
            <a:avLst/>
          </a:prstGeom>
          <a:solidFill>
            <a:srgbClr val="E7E8D1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Industrialiser l'excellence du motion design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total des sous-titres — calage, glyphes, safe-zones, zéro collision UI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validé · Prêt au déploiement cloud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campagnes/jour × 7 langues = 350 vidéos finalisées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965960"/>
            <a:ext cx="1417320" cy="2834640"/>
          </a:xfrm>
          <a:prstGeom prst="rect">
            <a:avLst>
              <a:gd name="adj" fmla="val 7742"/>
            </a:avLst>
          </a:prstGeom>
          <a:solidFill>
            <a:srgbClr val="1A1A19"/>
          </a:solidFill>
          <a:ln w="12700">
            <a:solidFill>
              <a:srgbClr val="1A1A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2130552"/>
            <a:ext cx="1234440" cy="2331720"/>
          </a:xfrm>
          <a:prstGeom prst="rect">
            <a:avLst/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14032" y="2221992"/>
            <a:ext cx="56692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22311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9"/>
                </a:solidFill>
              </a:rPr>
              <a:t>CESAR+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32104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Porte d'entrée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culture → Labels → Podcasts jeunesse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64008" cy="2286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933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Pop culture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Couvertures d'album et univers artistiques : vecteur naturel pour engager artistes et labels.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828800"/>
            <a:ext cx="64008" cy="2286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19933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Labels &amp; artistes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84448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Chaînes verticales de niche à haute rétention autour des univers musicaux.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828800"/>
            <a:ext cx="64008" cy="2286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9933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Podcasts jeunesse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7648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vers formats longs ciblés jeunesse, portés par la crédibilité acquise.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Duo éditorial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Reportages hebdo + vidéos quotidiennes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840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64008" cy="2377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933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Reportages hebdomadaires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Terrain, architecture, Ouvriers de France, coulisses de marque — le fond, l'authenticité, la crédibilité.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828800"/>
            <a:ext cx="64008" cy="2377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9933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Vidéos quotidiennes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56048" y="233172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courts qui approfondissent un message, une actualité, un détail — fidéliser sans lasser.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Internationalisation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Clonage vocal EU · Pages satellites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64008" cy="2286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933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Clonage vocal européen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 + clonage vocal dans toutes les langues parlées en Europe — même voix, même intention.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Compte officiel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2331720"/>
            <a:ext cx="1645920" cy="640080"/>
          </a:xfrm>
          <a:prstGeom prst="rect">
            <a:avLst/>
          </a:prstGeom>
          <a:solidFill>
            <a:srgbClr val="1A1A19"/>
          </a:solidFill>
          <a:ln w="12700">
            <a:solidFill>
              <a:srgbClr val="1A1A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protégées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Pages fan / satellites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233172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· DE · ES · IT · PT · LV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Appui créatif journalier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cannibaliser l'engagement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Excellence motion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typographique total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64008" cy="2286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933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Synthèse motion design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Rythme cinétique, compositions suisses, transitions beat-sync, grain organique — imposés à chaque sortie.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691640"/>
            <a:ext cx="1417320" cy="2834640"/>
          </a:xfrm>
          <a:prstGeom prst="rect">
            <a:avLst>
              <a:gd name="adj" fmla="val 7742"/>
            </a:avLst>
          </a:prstGeom>
          <a:solidFill>
            <a:srgbClr val="1A1A19"/>
          </a:solidFill>
          <a:ln w="12700">
            <a:solidFill>
              <a:srgbClr val="1A1A1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1856232"/>
            <a:ext cx="1234440" cy="2331720"/>
          </a:xfrm>
          <a:prstGeom prst="rect">
            <a:avLst/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93792" y="1947672"/>
            <a:ext cx="56692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95681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9"/>
                </a:solidFill>
              </a:rPr>
              <a:t>CESAR+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675120" y="19202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total des sous-titres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de sécurité mobiles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broadcast CESAR+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2104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Déploiement cloud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validé · Scale enterprise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READY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multi-agents · Rendu parallèle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 · Azure AKS · AWS Fargate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en charge horizontale sans compromis esthétique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1828800"/>
            <a:ext cx="2743200" cy="2560320"/>
          </a:xfrm>
          <a:prstGeom prst="rect">
            <a:avLst/>
          </a:prstGeom>
          <a:solidFill>
            <a:srgbClr val="1A1A19"/>
          </a:solidFill>
          <a:ln w="12700">
            <a:solidFill>
              <a:srgbClr val="1A1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21945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Multi-Agent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Orchestration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Enterprise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2104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opérationnel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crédits cloud entreprise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64,3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de tokens / mois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cycles × 31 000 tokens × 30 jours  |  350 sorties localisées/jour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2468880" cy="2286000"/>
          </a:xfrm>
          <a:prstGeom prst="rect">
            <a:avLst/>
          </a:prstGeom>
          <a:solidFill>
            <a:srgbClr val="E7E8D1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21031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9"/>
                </a:solidFill>
              </a:rPr>
              <a:t>Cible crédits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9"/>
                </a:solidFill>
              </a:rPr>
              <a:t>$25k – $100k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9"/>
                </a:solidFill>
              </a:rPr>
              <a:t>via HAL Station 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2104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Marché &amp; croissance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64008" cy="2286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933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Labels &amp; artistes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culture et couvertures d'album comme vecteur d'entrée.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828800"/>
            <a:ext cx="64008" cy="2286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19933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Marques exigeantes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84448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IA respectant un cahier des charges motion design élevé.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828800"/>
            <a:ext cx="64008" cy="2286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9933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Institutions &amp; EU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7648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Reportages + satellites multilingues sans diluer les comptes officiels.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100584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965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CESAR / OSCAR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extendedvoidvoid.github.io/atelier-synesthesie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extendedvoid.prod+craftcut@gmail.com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CraftCut — César+ Start-up</dc:title>
  <dc:subject>Station F Admission Pitch Deck</dc:subject>
  <dc:creator>César</dc:creator>
  <cp:lastModifiedBy>César</cp:lastModifiedBy>
  <cp:revision>1</cp:revision>
  <dcterms:created xsi:type="dcterms:W3CDTF">2026-07-05T20:52:16Z</dcterms:created>
  <dcterms:modified xsi:type="dcterms:W3CDTF">2026-07-05T20:52:16Z</dcterms:modified>
</cp:coreProperties>
</file>